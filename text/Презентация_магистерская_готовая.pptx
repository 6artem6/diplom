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Открываю доклад: задача автоматизации GUI в условиях ограниченной наблюдаемости. Подчеркиваю, что работа про архитектурный подход, а не про production-систему.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Фиксирую разрыв: либо детерминизм, либо адаптивность. Наша задача — получить баланс.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Гипотеза центральная: внешний структурный слой должен поддержать принятие решений агента.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Подчеркиваю строгий GUI-only принцип. Это и ограничение, и источник переносимости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показываю общую схему. Важно объяснить, что это не монолитная модель, а последовательность модулей.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Кратко поясняю, что это «слой наблюдения». Ошибки здесь влияют на все downstream-этапы.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Делаю акцент: embeddings нужны не ради модели как таковой, а ради устойчивого сопоставления между экранами.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центральный слайд. Показываю, почему именно cross-view дает выигрыш в устойчивости.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Говорю мягко: в рамках прототипа реализовано основное ядро, без претензии на полноту enterprise-функций.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Фиксирую ограничения честно. Это повышает доверие к результатам и задает направления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Избегаю общих формулировок. Новизна — в целостной архитектурной постановке и ее прототипной проверке.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 пользу через реальные эффекты: устойчивость, объяснимость, переносимость.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слайд: фиксирую результат и логичное продолжение исследования.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GUI-only Domain-Aware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Тема: структурированное представление бизнес-логики из GUI-only данных</a:t>
            </a:r>
          </a:p>
          <a:p>
            <a:pPr>
              <a:defRPr sz="2400"/>
            </a:pPr>
            <a:r>
              <a:t>Цель: повысить устойчивость и объяснимость LLM-агента в интерфейсной автоматизации</a:t>
            </a:r>
          </a:p>
          <a:p>
            <a:pPr>
              <a:defRPr sz="2400"/>
            </a:pPr>
            <a:r>
              <a:t>Фокус: концепция, архитектура, прототип, ограничения и практическая значимость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В legacy-системах часто отсутствуют API и доступ к внутренней логике</a:t>
            </a:r>
          </a:p>
          <a:p>
            <a:pPr>
              <a:defRPr sz="2200"/>
            </a:pPr>
            <a:r>
              <a:t>RPA на селекторах хрупок при изменении интерфейса</a:t>
            </a:r>
          </a:p>
          <a:p>
            <a:pPr>
              <a:defRPr sz="2200"/>
            </a:pPr>
            <a:r>
              <a:t>VLM/LLM-агенты адаптивны, но без структуры контекста теряют объяснимость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Исследовательская гипотеза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Если из GUI-only данных формировать структурированный контекст,</a:t>
            </a:r>
          </a:p>
          <a:p>
            <a:pPr>
              <a:defRPr sz="2200"/>
            </a:pPr>
            <a:r>
              <a:t>то LLM-агент становится более domain-aware</a:t>
            </a:r>
          </a:p>
          <a:p>
            <a:pPr>
              <a:defRPr sz="2200"/>
            </a:pPr>
            <a:r>
              <a:t>и лучше удерживает логику многошагового процесса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Входные данные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Используются только скриншоты, OCR и clickstream</a:t>
            </a:r>
          </a:p>
          <a:p>
            <a:pPr>
              <a:defRPr sz="2200"/>
            </a:pPr>
            <a:r>
              <a:t>DOM, accessibility и внутренние API не используются</a:t>
            </a:r>
          </a:p>
          <a:p>
            <a:pPr>
              <a:defRPr sz="2200"/>
            </a:pPr>
            <a:r>
              <a:t>Ограничение GUI-only принято как осознанная исследовательская рамка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Общая архитектура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Pipeline: detection → embedding → cross-view linking → структурированный контекст</a:t>
            </a:r>
          </a:p>
          <a:p>
            <a:pPr>
              <a:defRPr sz="2200"/>
            </a:pPr>
            <a:r>
              <a:t>Модульный сервисный контур с разделением domain/application/infrastructure</a:t>
            </a:r>
          </a:p>
          <a:p>
            <a:pPr>
              <a:defRPr sz="2200"/>
            </a:pPr>
            <a:r>
              <a:t>Контекст используется в runtime для выбора и проверки действий агента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выделения интерфейсных блоков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Базовый контур детекции и OCR-обогащения формирует GUI-блоки</a:t>
            </a:r>
          </a:p>
          <a:p>
            <a:pPr>
              <a:defRPr sz="2200"/>
            </a:pPr>
            <a:r>
              <a:t>Каждый блок получает координаты, типовой признак и текстовый контекст</a:t>
            </a:r>
          </a:p>
          <a:p>
            <a:pPr>
              <a:defRPr sz="2200"/>
            </a:pPr>
            <a:r>
              <a:t>Качество этого этапа критично для всей последующей цепочки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 embedding-представления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GUI-блоки переводятся в векторное пространство признаков</a:t>
            </a:r>
          </a:p>
          <a:p>
            <a:pPr>
              <a:defRPr sz="2200"/>
            </a:pPr>
            <a:r>
              <a:t>В базовом варианте опора на визуальные embeddings</a:t>
            </a:r>
          </a:p>
          <a:p>
            <a:pPr>
              <a:defRPr sz="2200"/>
            </a:pPr>
            <a:r>
              <a:t>Слой embeddings позволяет перейти от детекции к сопоставлению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Cross-view linking: ключевой механизм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Связывает представления одной сущности на разных экранах</a:t>
            </a:r>
          </a:p>
          <a:p>
            <a:pPr>
              <a:defRPr sz="2200"/>
            </a:pPr>
            <a:r>
              <a:t>Снижает «покадровое» восприятие и повышает процессную связность</a:t>
            </a:r>
          </a:p>
          <a:p>
            <a:pPr>
              <a:defRPr sz="2200"/>
            </a:pPr>
            <a:r>
              <a:t>Поддерживает более устойчивое многошаговое поведение агента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реализовано в прототипе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Рабочий сквозной контур построения структурированного результата</a:t>
            </a:r>
          </a:p>
          <a:p>
            <a:pPr>
              <a:defRPr sz="2200"/>
            </a:pPr>
            <a:r>
              <a:t>API для сборки и запроса релевантного контекста</a:t>
            </a:r>
          </a:p>
          <a:p>
            <a:pPr>
              <a:defRPr sz="2200"/>
            </a:pPr>
            <a:r>
              <a:t>Альтернативные backend-ветви присутствуют как экспериментальные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текущего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Чувствительность к качеству визуальной детекции и OCR</a:t>
            </a:r>
          </a:p>
          <a:p>
            <a:pPr>
              <a:defRPr sz="2200"/>
            </a:pPr>
            <a:r>
              <a:t>Ограниченная семантическая глубина в текущем прототипе</a:t>
            </a:r>
          </a:p>
          <a:p>
            <a:pPr>
              <a:defRPr sz="2200"/>
            </a:pPr>
            <a:r>
              <a:t>Необходимость масштабирования хранения и графовых запросов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Научная новизна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Архитектурный GUI-only подход к формированию внешнего структурного контекста</a:t>
            </a:r>
          </a:p>
          <a:p>
            <a:pPr>
              <a:defRPr sz="2200"/>
            </a:pPr>
            <a:r>
              <a:t>Обоснование cross-view сопоставления как механизма целостности сущностей</a:t>
            </a:r>
          </a:p>
          <a:p>
            <a:pPr>
              <a:defRPr sz="2200"/>
            </a:pPr>
            <a:r>
              <a:t>Практическая демонстрация связи между структурой контекста и explainable-поведением агента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Практическая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Применимость для автоматизации GUI-heavy и legacy-сред</a:t>
            </a:r>
          </a:p>
          <a:p>
            <a:pPr>
              <a:defRPr sz="2200"/>
            </a:pPr>
            <a:r>
              <a:t>Снижение хрупкости по сравнению с чисто селекторным подходом</a:t>
            </a:r>
          </a:p>
          <a:p>
            <a:pPr>
              <a:defRPr sz="2200"/>
            </a:pPr>
            <a:r>
              <a:t>Повышение объяснимости и управляемости агентных решений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и дальнейшая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Гипотеза подтверждена на уровне архитектурного прототипа</a:t>
            </a:r>
          </a:p>
          <a:p>
            <a:pPr>
              <a:defRPr sz="2200"/>
            </a:pPr>
            <a:r>
              <a:t>Следующий шаг: усиление качества блоков при сохранении GUI-only принципа</a:t>
            </a:r>
          </a:p>
          <a:p>
            <a:pPr>
              <a:defRPr sz="2200"/>
            </a:pPr>
            <a:r>
              <a:t>Перспектива: более глубокий контекст и масштабная экспериментальная валидация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