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feb2711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feb271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6feb2711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6feb2711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6feb271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6feb271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feb271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6feb271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feb271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6feb271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6feb2711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6feb2711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6feb2711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6feb2711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6feb2711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6feb271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6feb2711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6feb2711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feb2711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feb2711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feb2711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6feb2711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00"/>
              <a:t>Тема: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00"/>
              <a:t>«ПОСТРОЕНИЕ СТРУКТУРНОГО ПРЕДСТАВЛЕНИЯ ВЕБ-ИНТЕРФЕЙСОВ НА ОСНОВЕ CV/ML-ПОДХОДА С ПРИМЕНЕНИЕМ МЕЖПРЕДСТАВЛЕНЧЕСКОГО СВЯЗЫВАНИЯ»</a:t>
            </a:r>
            <a:endParaRPr sz="2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240"/>
              <a:t>г. Павлодар, Торайгыров Университет</a:t>
            </a:r>
            <a:endParaRPr sz="124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240"/>
              <a:t>магистрант 1 курса, Асачьев Артём Борисович</a:t>
            </a:r>
            <a:endParaRPr sz="124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240"/>
              <a:t>Научный руководитель - Найманова Динара Сакеновна</a:t>
            </a:r>
            <a:endParaRPr sz="124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240"/>
              <a:t>МОЛОДЁЖЬ И НАУКА: НАСТОЯЩЕЕ И БУДУЩЕЕ, 2026 год</a:t>
            </a:r>
            <a:endParaRPr sz="12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Проблема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Отсутствие структурного понимания интерфейсов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CV-методы - видят, но не понимают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Мультимодальные модели (например, GPT-4V) - </a:t>
            </a:r>
            <a:br>
              <a:rPr lang="ru"/>
            </a:br>
            <a:r>
              <a:rPr lang="ru"/>
              <a:t>понимают, но не структурируют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Ограничения в задачах автоматизации</a:t>
            </a:r>
            <a:br>
              <a:rPr lang="ru"/>
            </a:b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325" y="497750"/>
            <a:ext cx="3000901" cy="450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Актуальность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Рост RPA и AI-агентов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Необходимость работы с UI как с данными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Требуется: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интерпретируемость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масштабируемость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устойчивость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176" y="2186300"/>
            <a:ext cx="3749076" cy="7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Цель и задача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Цель: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Построение структурированного представления интерфейса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Задачи: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Детекция элементов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Извлечение признаков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Связывание элементов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Построение структуры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100" y="576250"/>
            <a:ext cx="165735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Идея решения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Граф бизнес-процессов (BPG)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Межпредставленческое связывание (Cross-view linking)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Объединение: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визуальных данных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текста (OCR)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пространственных связей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101" y="767637"/>
            <a:ext cx="2896946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Архитектура метода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Конвейер обработки: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Детекция элементов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Извлечение признаков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Кластеризация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Построение структуры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75" y="3521375"/>
            <a:ext cx="7737875" cy="15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Алгоритм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Подход: </a:t>
            </a:r>
            <a:r>
              <a:rPr b="1" lang="ru"/>
              <a:t>leaf-to-tree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Формирование структуры снизу вверх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Устойчивость к шуму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/>
              <a:t>Независимость от жёсткой иерархии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125" y="479650"/>
            <a:ext cx="3043124" cy="456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Улучшения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Проблема: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Потеря мелких элементов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Решение: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Многоуровневая обработка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Разбиение изображения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Агрегация результатов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Эксперименты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Сравнение с мультимодальными моделями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Метрики: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точность детекции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скорость обработки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Тестирование на сложных интерфейсах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825" y="1734700"/>
            <a:ext cx="3774075" cy="16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Результаты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Повышена</a:t>
            </a:r>
            <a:r>
              <a:rPr lang="ru"/>
              <a:t> скорость обработки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Повышена м</a:t>
            </a:r>
            <a:r>
              <a:rPr lang="ru"/>
              <a:t>асштабируемость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Повышена у</a:t>
            </a:r>
            <a:r>
              <a:rPr lang="ru"/>
              <a:t>стойчивость структуры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Интерпретируемая модель интерфейса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800" y="3576350"/>
            <a:ext cx="7184669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/>
              <a:t>Вывод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Предложен новый метод разметки UI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Построение структурированной модели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Применимость в RPA и AI-агентах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Спасибо за внимание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